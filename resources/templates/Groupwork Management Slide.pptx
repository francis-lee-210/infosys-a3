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7739-9F44-EFE6-C734-3D4975E9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8A32B-7D79-E9D1-310B-2329525B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1EFF2-BBC1-B1EF-327A-373AEA2A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3F5C-4CA4-98B3-C09B-E10652C4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4563-D3E5-3D60-D118-38170861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8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06A1-FD63-D87B-089A-C9788FC1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C448-B921-F870-FDD0-16FCF149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9816-82E0-8F3E-EE3F-616642A9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8479D-16D4-E2B5-7BE0-A369863A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F34BA-12EE-7437-A108-19783326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66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82FF-312C-0950-8076-A1DB0266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5E26A-3DC1-4521-A6A1-37A150655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BFCC6-5FDC-02AD-2825-B6C5F58B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DDAD-8503-3D60-8F70-69FF1855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8CF86-1E00-9291-F724-3338C310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43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4B89-EF3D-A332-E6A0-C45792ED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6696-6626-C97A-5AC6-41BDAB74A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D55D-2C9E-96D7-639E-10F28AE28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45361-9671-55CE-BB02-8DEF5B75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B867D-4D89-AB03-9F9D-8D7A7A4C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9FFF7-2350-5153-64C6-9ECE206F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0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262A-FE58-F64A-C9C3-D66B5EB0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E8ECF-6094-259C-3CF6-24126FBCF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8A11A-67FB-3E66-590D-04528C0A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82282-5FDB-26EE-23A0-721542710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54EAA-7FC5-3228-AF3A-A19758490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793D7-2F98-C1A7-3272-00C4DBB6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C64B8-B2BC-8DAA-2E8B-B02854F5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D25F58-0113-6FEF-5217-DFA67E68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0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1412-5FC1-2E32-5FE3-35B12860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4C8E1-7406-FDD1-C93C-4C85FA02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B7063-4468-22AF-800E-0A572755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CA46B-0B9B-E204-B2E1-BC6539C6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49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A9AF4-6C0E-7B62-7745-D59DC2CE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96A06-67A6-B71A-1C9B-0EE09BF1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3A831-8F44-2E16-6298-21A65D29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06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DB51-D8A9-BDFC-072D-8FE8D12C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6B81-9A00-EBBC-B182-D3369C0E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10273-6EB2-00DA-2EE0-DDEE33CE9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452E2-FD92-0966-802D-AFEA4B98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2A8A4-4BC0-9EE0-416A-D6DF9586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D8875-BEF9-D7A1-FEED-CBFE0279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65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590B-8732-B7B8-370D-A2CB4374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BD467-9020-7BDF-4EC7-D0FC6AFE4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5339E-06EE-0E6B-60AE-6865DC2B9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04F11-1263-29A4-40B1-09287BC0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25989-E17C-0948-6BE8-643823D1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39A83-2DD6-0280-4649-9F198049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205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8CCF-9FF9-E6CB-0996-63BF8B15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B437F-5F63-DB95-5AA8-2A284BC19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BF74F-9C6A-0783-A2E8-6B382505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B3EF-34D8-55E6-2359-AD2956ED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BC32-324B-57FA-E123-8CE51013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88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3141F-82CD-1881-CE0E-96CF515BD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427E8-7B2F-0874-28BA-CC83A3F60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E412C-5408-FAD1-015B-8F0C9E23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830F-EF75-7E96-86FE-4375B9B8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FC10-C55E-2307-5D36-052BD545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58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958B4-AED5-7165-11FB-FBA217F7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4675-6BD3-3238-AECB-F27459D9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093C8-62EF-4EC0-DBA0-6450A4C25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72255-DE30-4E75-8103-9D6FF5680B8A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EAA4-980E-F0C6-FD75-0A60C43AE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B39F2-1D7A-2601-AD34-6DD1117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C0D92-299F-46FB-BF81-097331343D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36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6F21C9-C6C0-22F1-3A4E-3A684EC87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19496"/>
              </p:ext>
            </p:extLst>
          </p:nvPr>
        </p:nvGraphicFramePr>
        <p:xfrm>
          <a:off x="91439" y="4093803"/>
          <a:ext cx="11978641" cy="132994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941296">
                  <a:extLst>
                    <a:ext uri="{9D8B030D-6E8A-4147-A177-3AD203B41FA5}">
                      <a16:colId xmlns:a16="http://schemas.microsoft.com/office/drawing/2014/main" val="2073191826"/>
                    </a:ext>
                  </a:extLst>
                </a:gridCol>
                <a:gridCol w="1767272">
                  <a:extLst>
                    <a:ext uri="{9D8B030D-6E8A-4147-A177-3AD203B41FA5}">
                      <a16:colId xmlns:a16="http://schemas.microsoft.com/office/drawing/2014/main" val="3623986601"/>
                    </a:ext>
                  </a:extLst>
                </a:gridCol>
                <a:gridCol w="1768659">
                  <a:extLst>
                    <a:ext uri="{9D8B030D-6E8A-4147-A177-3AD203B41FA5}">
                      <a16:colId xmlns:a16="http://schemas.microsoft.com/office/drawing/2014/main" val="3672560594"/>
                    </a:ext>
                  </a:extLst>
                </a:gridCol>
                <a:gridCol w="1768659">
                  <a:extLst>
                    <a:ext uri="{9D8B030D-6E8A-4147-A177-3AD203B41FA5}">
                      <a16:colId xmlns:a16="http://schemas.microsoft.com/office/drawing/2014/main" val="4019101022"/>
                    </a:ext>
                  </a:extLst>
                </a:gridCol>
                <a:gridCol w="1964096">
                  <a:extLst>
                    <a:ext uri="{9D8B030D-6E8A-4147-A177-3AD203B41FA5}">
                      <a16:colId xmlns:a16="http://schemas.microsoft.com/office/drawing/2014/main" val="2881190777"/>
                    </a:ext>
                  </a:extLst>
                </a:gridCol>
                <a:gridCol w="1768659">
                  <a:extLst>
                    <a:ext uri="{9D8B030D-6E8A-4147-A177-3AD203B41FA5}">
                      <a16:colId xmlns:a16="http://schemas.microsoft.com/office/drawing/2014/main" val="1193823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GROUPMEMBER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Name 1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Name 2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Name 3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Name 4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Total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NZ" sz="2000" dirty="0">
                          <a:effectLst/>
                        </a:rPr>
                        <a:t>UPI: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4323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NZ" sz="2000" dirty="0">
                          <a:effectLst/>
                        </a:rPr>
                        <a:t>2.  % Contribution: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    100%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3836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NZ" sz="2000" dirty="0">
                          <a:effectLst/>
                        </a:rPr>
                        <a:t>3.  Comments: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>
                          <a:effectLst/>
                        </a:rPr>
                        <a:t> 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NZ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62842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BE12994-8201-42BA-0360-7B8B893D5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39" y="758182"/>
            <a:ext cx="11978641" cy="32521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 take equal contribution in groupwork seriously, and marks may be deducted where there is a significant inequality in the team’s contribution. In the following table, state each group member’s contribution* to this assignment. You may also include any comments to support the % contribution indicated on the table.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*No contribution to the deliverable may result in a deduction of marks in the group assignment.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Criteria explanation: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NZ" altLang="en-US" sz="20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kumimoji="0" lang="en-NZ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UPI:</a:t>
            </a:r>
            <a:r>
              <a:rPr kumimoji="0" lang="en-NZ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Enter Team Member’s UPI.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NZ" altLang="en-US" sz="20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kumimoji="0" lang="en-NZ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% Contribution: </a:t>
            </a:r>
            <a:r>
              <a:rPr kumimoji="0" lang="en-NZ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Enter a % of contribution for each member that should add up to 100% for the team.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3. Comments (optional):</a:t>
            </a:r>
            <a:r>
              <a:rPr kumimoji="0" lang="en-NZ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Add a comment if needed to support your indication of the % contribution. </a:t>
            </a:r>
            <a:endParaRPr kumimoji="0" lang="en-NZ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78D3CC-ED1C-E489-27B9-2AE7EB9EBFFD}"/>
              </a:ext>
            </a:extLst>
          </p:cNvPr>
          <p:cNvSpPr txBox="1"/>
          <p:nvPr/>
        </p:nvSpPr>
        <p:spPr>
          <a:xfrm>
            <a:off x="91439" y="214337"/>
            <a:ext cx="1197864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GROUPWORK MANAGEMENT DISCLAIMER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761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170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Mutreja</dc:creator>
  <cp:lastModifiedBy>Ajay Mutreja</cp:lastModifiedBy>
  <cp:revision>1</cp:revision>
  <dcterms:created xsi:type="dcterms:W3CDTF">2025-09-21T18:27:23Z</dcterms:created>
  <dcterms:modified xsi:type="dcterms:W3CDTF">2025-09-21T18:40:01Z</dcterms:modified>
</cp:coreProperties>
</file>